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Ayakkabı Satış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Ayakkabı mağazaları için tek ekranda satış, stok, müşteri, kasa ve personel yönetimi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mağazadan onlarca şubeli zincire · Kasada PC, mağazada tablet, patronun cebinde telefon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 1.0 · Eylül 2026 · github.com/emrullahkara/DC-Ayakkab--satis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Ayakkabıcının her gün yaşadığı sorunlar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uygulama kırk yıllık mağazacılık tecrübesinin dijital karşılığıdır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 yok mu, var mı?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38 istiyor; depoda mı, öbür şubede mi belli değil. Telefon trafiği, kaçan satış.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828800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tutmuyor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331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sonunda nakit ile satış eşleşmiyor; kimin hatası, hangi fiş bilinmiyor.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Veresiye defteri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31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ne kadar borçlu, vadesi geçmiş mi — defterde, akılda, kayıp.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60520"/>
            <a:ext cx="384048" cy="384048"/>
          </a:xfrm>
          <a:prstGeom prst="ellipse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133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Ölü stok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 bitti, hangi model raflarda çürüyor, hangi numara hiç satmadı görülmüyor.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416052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4133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primi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ne sattı, hangi danışman iade yaptırdı; prim hesabı tartışma konusu.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4160520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32520" y="4133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araçlar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WhatsApp grupları, kâğıt fişler, ayrı e-fatura programı, pazaryeri panelleri.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uygulama, tek ekran, tüm mağazalar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Tarayıcıda çalışır; kurulum gerektirmez. Her şube aynı anda, aynı veriyi görür.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modül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entegrasyon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rolü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&amp; mağaza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40480"/>
            <a:ext cx="10515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(POS): barkod, numara seçimi, kampanya, bölünmüş ödeme, fiş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Stok: mağaza × renk × numara, transfer, sayım, eksik numara uyarısı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Müşteri: puan, veresiye, özel sipariş, SMS/WhatsApp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 &amp; tedarikçi cari, kâr/zarar, KDV, personel primi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e-Fatura, yazarkasa POS, Trendyol / Hepsiburada / N11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firmalı: uygulamayı başka ayakkabıcılara lisanslayarak satabilirsiniz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 paneli: sabah bir bakışta her şey</a:t>
            </a:r>
            <a:endParaRPr lang="en-US" sz="3400" dirty="0"/>
          </a:p>
        </p:txBody>
      </p:sp>
      <p:pic>
        <p:nvPicPr>
          <p:cNvPr id="3" name="Image 0" descr="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4882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463040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/ dün / bu ay / geçen yıl aynı gün cirosu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Uyarılar: eksik numara, gelen sipariş, veresiye, tedarikçi vadesi, kapanmamış kasa, doğum günü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karşılaştırması ve açık kasalar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hedef ilerlemesi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ve ürün sıralaması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Telefondan da aynı görünüm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Kasa (POS): 30 saniyede satış</a:t>
            </a:r>
            <a:endParaRPr lang="en-US" sz="3400" dirty="0"/>
          </a:p>
        </p:txBody>
      </p:sp>
      <p:pic>
        <p:nvPicPr>
          <p:cNvPr id="3" name="Image 0" descr="04-pos-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4882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463040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Barkod okut ya da model adı yaz → renk/numara kutucukları (bu mağazada / toplam stok)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 yoksa hangi şubede olduğunu söyler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Kampanyalar otomatik: %, tutar, 3 al 2 öde, 2. çifte %50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Kasiyer indirim sınırı; üstü müdür yetkisi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Ödeme: nakit + kart (taksit) + havale + veresiye + hediye çeki + puan + kapora karışık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üstü hesabı, 80 mm fiş, F2 / F4 / F9 kısayolları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İade, değişim ve gün sonu</a:t>
            </a:r>
            <a:endParaRPr lang="en-US" sz="3400" dirty="0"/>
          </a:p>
        </p:txBody>
      </p:sp>
      <p:pic>
        <p:nvPicPr>
          <p:cNvPr id="3" name="Image 0" descr="06-sale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529584"/>
          </a:xfrm>
          <a:prstGeom prst="rect">
            <a:avLst/>
          </a:prstGeom>
        </p:spPr>
      </p:pic>
      <p:pic>
        <p:nvPicPr>
          <p:cNvPr id="4" name="Image 1" descr="02-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5295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507492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31520" y="525780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234440" y="5230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İade / değişim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Fişten satır seç → kısmi iade veya numara değişimi; fark otomatik. Fazla iade engellenir, süre geçince müdür onayı. İade tutarı hediye çeki (mağaza kredisi) olabilir.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17920" y="507492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0" y="52578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03720" y="5230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açma / kapama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 nakiti, gider/gelir/bankaya yatan, kupür sayımı, beklenen nakit ve fark raporu. Kasa açık değilse satış yapılamaz (ayarlanabilir).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Ürün, barkod ve numara yönetimi</a:t>
            </a:r>
            <a:endParaRPr lang="en-US" sz="3400" dirty="0"/>
          </a:p>
        </p:txBody>
      </p:sp>
      <p:pic>
        <p:nvPicPr>
          <p:cNvPr id="3" name="Image 0" descr="24-product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4882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463040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renk × numara; her çift için otomatik EAN-13 barkod (veya üretici barkodu)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 serileri: Kadın 36-41, Erkek 39-45, Çocuk 26-35 ve koli asortisi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× numara tablosu — kırmızı hücre tükenmiş numara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Barkodlu fiyat etiketi yazdırma (40×30 mm)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zam / indirim, x9,90 yuvarlama, önizleme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Excel'den toplu ürün + açılış stoğu aktarımı (hata varsa hiçbir şey yazılmaz)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Stok: kayıp yok, sürpriz yok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numara uyarısı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Satılan ama numarası biten ürünler; diğer şubede varsa "transfer iste", yoksa "sipariş ver".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7373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Mağazalar arası transfer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 (stoktan düşer) veya talep et (karşı taraf onaylar). Eksik teslimat kayda geçer.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sayımı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Barkod okutarak kısmi veya tam sayım; farklar önizlenir, tek tuşla stoğa işlenir.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114800"/>
            <a:ext cx="384048" cy="384048"/>
          </a:xfrm>
          <a:prstGeom prst="ellipse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4087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/ defolu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 zorunlu; kim ne zaman düştü, işlem kaydında.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411480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4087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Ölü stok &amp; devir hızı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6177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gündür satılmayan modeller, sezon/marka bazında satılan ÷ stok oranı.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1148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32520" y="4087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 analizi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6177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numara satıyor, hangisi birikiyor → bir sonraki siparişte asorti önerisi.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Satın alma ve tedarikçi carisi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oluştur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18288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2402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Tedarikçiye 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2402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kabul (kısmi olabilir)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402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+ son alış fiyatı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2402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Cariye KDV dahil borç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21240" y="18288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212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12680" y="22402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 &amp; ödeme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7472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Tedarikçi kartı: ilgili kişi, IBAN, vade günü; borç, ilk vade tarihi, ürün sayısı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mal kabul: irsaliyeyle gelen malı siparişsiz stoğa 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hareketler: fatura (+), ödeme (−, nakitse mağaza kasasından düşer), iade / iskonto, düzeltme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Panelde "7 gün içinde ödenecek" uyarısı; raporlarda tedarikçi bazlı devir hızı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Müşteri: tanı, hatırla, geri çağır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kayıt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Telefonla 10 saniyede; KVKK ve ileti izni (İYS) kutuları.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7373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&amp; numara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"Geçen sefer 38 almıştınız" — aldığı modeller, renkler, numaralar.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Sadakat puanı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Harcamanın %'si puan; kasada puanla ödeme.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114800"/>
            <a:ext cx="384048" cy="384048"/>
          </a:xfrm>
          <a:prstGeom prst="ellipse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4087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Veresiye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Limit, cari, vade, tahsilat; limit aşımı engellenir.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411480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4087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Segmentler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6177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Borçlu, VIP, kayıp (6 ay), bu ay doğanlar, yeni → toplu SMS / WhatsApp.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931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1148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32520" y="4087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sipariş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6177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numara yok, getirtelim": kapora → geldi → otomatik mesaj → kasadan teslim.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Kampanya, hediye çeki, personel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Kampanyalar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Türler: yüzde, tutar, X al Y öde, N. çifte %.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Kapsam: tüm ürünler, kategori, marka, sezon, seçili ürünler.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aralığı ve mağaza filtresi.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Kasada otomatik; birden fazla uyarsa müşteri lehine en avantajlısı seçilir. Kuruş hatası yok.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645920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Hediye çekleri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488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 satışı kasaya gelir yazılır, benzersiz kod üretilir.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Kasada "hediye çeki" ödeme türü; kalan bakiye çekte kalır.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İade tutarı mağaza kredisi (çek) olarak verilebilir.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kullanma tarihi, müşteriye bağlama.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459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1488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Roller: Patron, Müdür, Kasiyer, Depo — mağaza bazlı yetki.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Kasiyer alış fiyatı ve kârı göremez.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 oranı → dönem sonu hak ediş; iade sayısı görünür.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Hedefler (firma / mağaza / kişi) ve ilerleme.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Mesai giriş-çıkış; görev / not panosu.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kayıtları: kim, ne zaman, ne yaptı.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Raporlar: karar için, muhasebe için</a:t>
            </a:r>
            <a:endParaRPr lang="en-US" sz="3400" dirty="0"/>
          </a:p>
        </p:txBody>
      </p:sp>
      <p:pic>
        <p:nvPicPr>
          <p:cNvPr id="3" name="Image 0" descr="15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4882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463040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özeti: gün, saat (yoğunluk), mağaza, personel, ödeme türü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performansı: model, marka, kategori, cinsiyet, sezon, renk, numara, tedarikçi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 analizi ve asorti önerisi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değeri (alış / satış), ölü stok, devir hızı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/ zarar: satılan malın maliyeti + giderler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KDV dökümü (matrah / KDV / toplam)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tablo tek tıkla Excel'e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Entegrasyonlar: önce test, sonra canlı</a:t>
            </a:r>
            <a:endParaRPr lang="en-US" sz="3400" dirty="0"/>
          </a:p>
        </p:txBody>
      </p:sp>
      <p:pic>
        <p:nvPicPr>
          <p:cNvPr id="3" name="Image 0" descr="20-integ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3758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75120" y="1481328"/>
            <a:ext cx="274320" cy="2743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866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e-Fatura / e-Arşiv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UBL-TR 1.2 fatura; Uyumsoft, Logo, Paraşüt, EDM, İzibiz veya genel REST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75120" y="2231136"/>
            <a:ext cx="274320" cy="274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8660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Yazarkasa POS (ÖKC)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Ingenico, Beko, Hugin, Verifone, PAVO yerel köprüsüne satış gönderimi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75120" y="2980944"/>
            <a:ext cx="274320" cy="27432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86600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1455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Netgsm veya genel HTTP; sipariş geldi, doğum günü, kampanya, borç hatırlatma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75120" y="3730752"/>
            <a:ext cx="274320" cy="274320"/>
          </a:xfrm>
          <a:prstGeom prst="ellipse">
            <a:avLst/>
          </a:prstGeom>
          <a:solidFill>
            <a:srgbClr val="2A4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86600" y="3621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3895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API; onaylı şablon desteği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75120" y="4480560"/>
            <a:ext cx="274320" cy="2743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8660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Trendyol / Hepsiburada / N11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4645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Barkod bazlı stok &amp; fiyat gönderimi, siparişleri çekip stoktan düşme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53035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54864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34440" y="5458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mantığı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59893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Dışarı giden her iş kuyruğa yazılır: internet kesilse de kaybolmaz, hata alırsa artan aralıklarla 10 kez tekrar dener, hepsi ekranda izlenir. Test modunda dış sisteme hiçbir şey gitmez; simüle edilen içerik incelenebilir.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Uygulamayı diğer ayakkabıcılara satmak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kiracılı mimari: tek sunucu, onlarca firma; her firma yalnızca kendi verisini görür.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Başlangıç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mağaza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Kasa, stok, müşteri, raporlar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mağaza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17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transfer, sayım, kampanya, SMS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6–15 mağaza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017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e-Fatura, pazaryeri, WhatsApp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Zincir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mağaza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017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+ öncelikli destek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48056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yöneticisi "Firmalar" ekranından yeni müşteri açar: firma kodu, mağaza sayısı, lisans bitiş tarihi, ilk patron kullanıcısı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 dolunca giriş kapanır, veri silinmez; tarih uzatılınca devam eder — abonelik modeline uygun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sıfırlama, firma kapatma, 30 günlük satış aktivitesi tek ekranda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maliyeti aylık ~5–10 €; firma başına aylık abonelik + kurulum/eğitim ücreti önerilir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Tanıtım için hazır demo firması: 3 mağaza + depo, 12 model, 60 müşteri, 60 günlük satış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cihazda çalışır</a:t>
            </a:r>
            <a:endParaRPr lang="en-US" sz="3400" dirty="0"/>
          </a:p>
        </p:txBody>
      </p:sp>
      <p:pic>
        <p:nvPicPr>
          <p:cNvPr id="3" name="Image 0" descr="27-mobile-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377440" cy="4882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66160" y="146304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749040" y="164592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51960" y="1618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bilgisayarı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2148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tam ekran. USB barkod okuyucu ek ayar gerektirmez.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80960" y="146304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63840" y="16459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1618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mm fiş yazıcı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148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sonrası fiş penceresi otomatik açılır; başlık / alt yazı firmaya özel.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66160" y="38862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49040" y="4069080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51960" y="40416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yazıcı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45720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40×30 mm barkodlu fiyat etiketi; ölçü ayarlanabilir.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80960" y="38862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0" y="4069080"/>
            <a:ext cx="384048" cy="384048"/>
          </a:xfrm>
          <a:prstGeom prst="ellipse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40416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&amp; telefon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45720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 ekrana ekle" ile uygulama gibi açılır (PWA). Patron cirosunu cebinden izler.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altyapı ve güvenlik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18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Sunucu: Node.js 22, Express 5, TypeScript, SQLite (WAL). Tek dosya veritabanı — yedeklemesi kolay, 50 mağaza / milyonlarca satıra yeter.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Arayüz: React 19 + Vite, mobil uyumlu, yazdırma görünümleri.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720" y="1618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488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şifre, JWT oturum (12 saat), rol ve mağaza bazlı yetki, kaba kuvvet koruması (5 dk / 10 deneme), tüm sorgular firma ile sınırlı, silinemez işlem kaydı, HTTPS (Caddy ile otomatik sertifika).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1148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4087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güvenliği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17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6 saatte otomatik yedek (son 14), tek tıkla elle yedek, tüm firma verisini JSON olarak indirme (KVKK / taşınma).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tutarları kuruş cinsinden tam sayı — yuvarlama hatası yok.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114800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4087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617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otomatik test (fiyatlama motoru, satış/iade/kasa/stok akışları, API), tarayıcıda uçtan uca test, GitHub Actions ile her değişiklikte derleme + test + Docker imajı.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Kurulum: 10 dakika, 5 komut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sunucu kirala (2 GB RAM, ~5 €/ay)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https://get.docker.com | 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91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 &amp;&amp; cp .env.example .env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.env: ADMIN_PASSWORD ve (varsa) DOMAIN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1554480"/>
            <a:ext cx="4389120" cy="201168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73736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0100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giriş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2402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kodu: sistem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Kullanıcı: admin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Şifre: .env içindeki ADMIN_PASSWORD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"Firmalar" → yeni firma aç.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0" y="3749040"/>
            <a:ext cx="4389120" cy="201168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39319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01000" y="3904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Dokümanlar (repoda)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434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docs/KURULUM.md — adım adım kurulum, yedek, güncelleme, sorun giderme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docs/KULLANIM.md — mağaza personeli için kılavuz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docs/SATIS-VE-LISANS.md — satış ve lisans modeli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adı varsa HTTPS otomatik: docker compose --profile https up -d --build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durumu ve teslim edilenler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18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 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Sunucu: şema, 14 modül, fiyatlama motoru, entegrasyon kuyruğu, raporlar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Web: 25 ekran, kasa, yazdırma, mobil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+ docker-compose + HTTPS profili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 CI (typecheck, 28 test, build, docker)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Kurulum / kullanım / lisans kılavuzları (Türkçe)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verisi ve şifre sıfırlama aracı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 #1 CI yeşil → main dalına birleştirildi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3F5F9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720" y="1618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 tarafınızda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4884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Bulut sunucu kiralamak ve docs/KURULUM.md adımlarını uygulamak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Entegrasyonlar için sağlayıcı hesapları: e-fatura entegratörü, Netgsm/WhatsApp, pazaryeri API anahtarları, ÖKC köprü adresi — Ayarlar → Entegrasyonlar'a girilir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Fiş başlığı, mağazalar, personel, ürün Excel'i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sonraki adımlar: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İlk gerçek mağazada 1 hafta paralel kullanım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Sahadan gelen isteklere göre 1.1 sürümü (örn. Excel yerine doğrudan XLSX yükleme, çevrimdışı kasa modu)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Ayakkabı Satış — sektörün bütün takip sorunları tek ekranda.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 ve kılavuzlar: github.com/emrullahkara/DC-Ayakkab--satis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firma "demo" · kullanıcı "patron" · şifre "demo123"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Ayakkabı Satış — Ürün Sunumu</dc:title>
  <dc:subject>PptxGenJS Presentation</dc:subject>
  <dc:creator>PptxGenJS</dc:creator>
  <cp:lastModifiedBy>PptxGenJS</cp:lastModifiedBy>
  <cp:revision>1</cp:revision>
  <dcterms:created xsi:type="dcterms:W3CDTF">2026-09-25T13:41:28Z</dcterms:created>
  <dcterms:modified xsi:type="dcterms:W3CDTF">2026-09-25T13:41:28Z</dcterms:modified>
</cp:coreProperties>
</file>